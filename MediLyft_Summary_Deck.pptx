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Document Intelligence Hub (MediLyft)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Transforming unstructured clinical data into decision-ready intelligence.</a:t>
            </a:r>
          </a:p>
          <a:p>
            <a:r>
              <a:t>Track: Pro-Code Track</a:t>
            </a:r>
          </a:p>
          <a:p>
            <a:r>
              <a:t>Deployed: https://medilyft-ai.onrender.com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 &amp; 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t>The Problem: Healthcare staff spend hours manually extracting data from fragmented documents (intake forms, handwritten notes, lab reports), which is slow and error-prone.</a:t>
            </a:r>
          </a:p>
          <a:p>
            <a:pPr>
              <a:spcAft>
                <a:spcPts val="1400"/>
              </a:spcAft>
            </a:pPr>
            <a:r>
              <a:t>Our Solution: A Vision-First AI Prototype that ingests raw documents and automatically surfaces structured intelligence—reducing manual burden and standardizing clinical outputs.</a:t>
            </a:r>
          </a:p>
          <a:p>
            <a:r>
              <a:t>Key Features: Split-screen native document viewer, automatic ICD coding, Risk Flag generation, and Urgency scoring.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Vanilla HTML/CSS/JS with a custom glassmorphism dark-mode UI for a premium, responsive user experience.</a:t>
            </a:r>
          </a:p>
          <a:p>
            <a:r>
              <a:t>Backend: High-performance FastAPI (Python) server.</a:t>
            </a:r>
          </a:p>
          <a:p>
            <a:r>
              <a:t>Database: MongoDB with GridFS for permanently storing large raw PDF binaries and streaming them directly to the frontend.</a:t>
            </a:r>
          </a:p>
          <a:p>
            <a:r>
              <a:t>AI Engine: Dual-LLM (Google Gemini Flash &amp; Groq Llama 3.2 Vision).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Dual-LLM Consensus Engine (Innovation)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Approach: Instead of relying on a single AI, the system fires both Gemini and Groq Llama Vision simultaneously using parallel threading.</a:t>
            </a:r>
          </a:p>
          <a:p>
            <a:pPr>
              <a:spcAft>
                <a:spcPts val="1000"/>
              </a:spcAft>
            </a:pPr>
            <a:r>
              <a:t>Why it matters:</a:t>
            </a:r>
          </a:p>
          <a:p>
            <a:pPr lvl="1"/>
            <a:r>
              <a:t>1. Speed: Parallel processing drastically reduces latency.</a:t>
            </a:r>
          </a:p>
          <a:p>
            <a:pPr lvl="1"/>
            <a:r>
              <a:t>2. Accuracy: The backend merges the two JSON responses, cross-verifies every field, and computes an automated consensus rate.</a:t>
            </a:r>
          </a:p>
          <a:p>
            <a:pPr lvl="1"/>
            <a:r>
              <a:t>3. Safety: If the models disagree on critical data (like a medication or diagnosis), it flags it for human review, ensuring patient safety.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 &amp; Future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Efficiency: Instantly transforms 10-page clinical histories into 1-page structured dashboards.</a:t>
            </a:r>
          </a:p>
          <a:p>
            <a:r>
              <a:t>Scalability: The containerized FastAPI + MongoDB architecture is completely decoupled, ready to scale horizontally on the cloud.</a:t>
            </a:r>
          </a:p>
          <a:p>
            <a:r>
              <a:t>Next Steps:</a:t>
            </a:r>
          </a:p>
          <a:p>
            <a:pPr lvl="1"/>
            <a:r>
              <a:t>- Integration with Electronic Health Record (EHR) systems (EPIC/Cerner via FHIR APIs).</a:t>
            </a:r>
          </a:p>
          <a:p>
            <a:pPr lvl="1"/>
            <a:r>
              <a:t>- Adding continuous training loops based on physician corrections in the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